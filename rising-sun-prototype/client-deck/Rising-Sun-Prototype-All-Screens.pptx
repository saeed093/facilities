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F3A"/>
                </a:solidFill>
              </a:rPr>
              <a:t>Rising Sun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5F4F"/>
                </a:solidFill>
              </a:rPr>
              <a:t>Sports Facilities Management — Frontend prototype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Screen catalog · 9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Landing — Choose Member App or Admin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ro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Login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Registration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regi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Membership Application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appl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Application Status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stat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Home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Digital Membership ID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id-c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Facilities List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facilit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Facility Detail (Gym)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facilities_gy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Book Facility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boo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My Bookings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book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Payments &amp; Dues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pay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Upload Payment Proof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payment-proo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Notifications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notif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Complaint / Feedback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complai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Member — Profile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member_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Login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Dashboard Home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Applications Management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appl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Members Management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memb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Member Detail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members_RS-MEM-024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Facility Management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facilit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Booking Management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book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Booking Calendar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calend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Payment Management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paym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Member Check-In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check-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Reports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Complaints Management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complai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Notifications Management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notif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Staff &amp; Roles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sta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Admin — Settings</a:t>
            </a:r>
            <a:endParaRPr lang="en-US" sz="1300" dirty="0"/>
          </a:p>
        </p:txBody>
      </p:sp>
      <p:pic>
        <p:nvPicPr>
          <p:cNvPr id="3" name="Image 0" descr="E:\kinotech\Sta HQ\facilities Management\application\rising-sun-prototype\client-deck\.tmp-screens\admin_sett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94360"/>
            <a:ext cx="11521440" cy="5989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Rising Sun — All screens</dc:title>
  <dc:subject>PptxGenJS Presentation</dc:subject>
  <dc:creator>Rising Sun Prototype</dc:creator>
  <cp:lastModifiedBy>Rising Sun Prototype</cp:lastModifiedBy>
  <cp:revision>1</cp:revision>
  <dcterms:created xsi:type="dcterms:W3CDTF">2026-05-09T15:55:49Z</dcterms:created>
  <dcterms:modified xsi:type="dcterms:W3CDTF">2026-05-09T15:55:49Z</dcterms:modified>
</cp:coreProperties>
</file>